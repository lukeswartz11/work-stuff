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12"/>
  </p:notesMasterIdLst>
  <p:sldIdLst>
    <p:sldId id="256" r:id="rId2"/>
    <p:sldId id="267" r:id="rId3"/>
    <p:sldId id="269" r:id="rId4"/>
    <p:sldId id="270" r:id="rId5"/>
    <p:sldId id="258" r:id="rId6"/>
    <p:sldId id="259" r:id="rId7"/>
    <p:sldId id="262" r:id="rId8"/>
    <p:sldId id="263" r:id="rId9"/>
    <p:sldId id="264" r:id="rId10"/>
    <p:sldId id="27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3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CC8228-B8E0-45AA-816D-C675EE9E57F2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C462B8-6364-4AFA-8871-0F2B77D7E0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864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462B8-6364-4AFA-8871-0F2B77D7E04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526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details about the routine timing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462B8-6364-4AFA-8871-0F2B77D7E04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452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C462B8-6364-4AFA-8871-0F2B77D7E04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6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E016143-E03C-4CFD-AFDC-14E5BDEA754C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4063-DF36-4330-A365-08DA1FA5B7D6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A7C6C-0F39-4D70-8E8D-FE5B9C95FA73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FA4AC-08CC-42CE-BD01-C191750A04EC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A7A723-92A7-435B-B681-F25B092FEFEB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0639-886C-4FCF-9EAB-ABB5DA3F3F4A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30651-31F4-45D2-98AE-A2108F41BC07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3789A-C914-4DB1-8815-80B5EC7335C5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6440AA-91A0-436F-8FDB-C0F939DCAE21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33E54A-A8CA-48C1-9504-691B58049D29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6C806-BBF7-471C-9527-881CE2266695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0E59FD0C-5451-4CA0-86AF-E70AE3279989}" type="datetimeFigureOut">
              <a:rPr lang="en-US" dirty="0"/>
              <a:t>8/14/2026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37A9C-305C-C6CA-BC05-CE5C35B34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Co-Op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1DF6C2-499E-71C2-6F19-9DC901F633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dirty="0"/>
              <a:t>R.W. Beckett</a:t>
            </a:r>
          </a:p>
          <a:p>
            <a:r>
              <a:rPr lang="en-US" sz="2000" dirty="0"/>
              <a:t> Lucas Swartz</a:t>
            </a:r>
          </a:p>
        </p:txBody>
      </p:sp>
    </p:spTree>
    <p:extLst>
      <p:ext uri="{BB962C8B-B14F-4D97-AF65-F5344CB8AC3E}">
        <p14:creationId xmlns:p14="http://schemas.microsoft.com/office/powerpoint/2010/main" val="2303660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Rectangle 1048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DCE08-90DD-2FCE-31D8-782DA738F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/>
              <a:t>Software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847AC-DE0B-AE42-5D07-4578E18ED3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933575"/>
            <a:ext cx="5852160" cy="4246562"/>
          </a:xfr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 dirty="0"/>
          </a:p>
          <a:p>
            <a:pPr lvl="0"/>
            <a:r>
              <a:rPr lang="en-US" dirty="0"/>
              <a:t>Gained deeper day-to-day experience as a software engineer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Saw how work gets divided across the team and issues tracked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What it means to work on a professional team</a:t>
            </a:r>
          </a:p>
        </p:txBody>
      </p:sp>
      <p:pic>
        <p:nvPicPr>
          <p:cNvPr id="1026" name="Picture 2" descr="Git · GitHub">
            <a:extLst>
              <a:ext uri="{FF2B5EF4-FFF2-40B4-BE49-F238E27FC236}">
                <a16:creationId xmlns:a16="http://schemas.microsoft.com/office/drawing/2014/main" id="{7FCCD7C4-C242-9360-A439-DA2B83D275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98664" y="2101200"/>
            <a:ext cx="3304622" cy="3304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DC17F5-DA64-547A-576A-D1A1A08D8DC8}"/>
              </a:ext>
            </a:extLst>
          </p:cNvPr>
          <p:cNvSpPr txBox="1"/>
          <p:nvPr/>
        </p:nvSpPr>
        <p:spPr>
          <a:xfrm>
            <a:off x="0" y="0"/>
            <a:ext cx="6103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chemeClr val="tx2"/>
                </a:solidFill>
              </a:rPr>
              <a:t>Opportunities to Learn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560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344C5F8A-F34F-401A-A9CA-A9F426356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1F461F-9904-127A-EA04-06C94BEFB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8625" y="123126"/>
            <a:ext cx="5842918" cy="132556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/>
              <a:t>Testing</a:t>
            </a:r>
          </a:p>
        </p:txBody>
      </p:sp>
      <p:pic>
        <p:nvPicPr>
          <p:cNvPr id="2050" name="Picture 2" descr="TBS1000C 2 Channel Digital Storage Oscilloscope | Tektronix">
            <a:extLst>
              <a:ext uri="{FF2B5EF4-FFF2-40B4-BE49-F238E27FC236}">
                <a16:creationId xmlns:a16="http://schemas.microsoft.com/office/drawing/2014/main" id="{79FEBB7E-C780-8B1A-E093-61A8F19BF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8724" y="1448688"/>
            <a:ext cx="4019312" cy="2456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7F626-9D56-9610-56B6-9C4F601EA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8625" y="1784599"/>
            <a:ext cx="5860811" cy="297942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Learned how to verify issues through hands-on debugging and testing</a:t>
            </a:r>
          </a:p>
          <a:p>
            <a:r>
              <a:rPr lang="en-US" dirty="0"/>
              <a:t>Built confidence using tools like oscilloscopes and multimeters</a:t>
            </a:r>
          </a:p>
          <a:p>
            <a:r>
              <a:rPr lang="en-US" dirty="0"/>
              <a:t>Learned how to run long experiments and write clear test reports</a:t>
            </a:r>
          </a:p>
        </p:txBody>
      </p:sp>
      <p:sp>
        <p:nvSpPr>
          <p:cNvPr id="2057" name="Rectangle 2056">
            <a:extLst>
              <a:ext uri="{FF2B5EF4-FFF2-40B4-BE49-F238E27FC236}">
                <a16:creationId xmlns:a16="http://schemas.microsoft.com/office/drawing/2014/main" id="{B632AE7B-9F64-4DA0-908C-FF0274747A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8698-F9AB-D3D1-59DA-6E7B3A91C9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277005"/>
            <a:ext cx="11292840" cy="15809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6F8913-A579-522F-D00E-2452BEC1BC28}"/>
              </a:ext>
            </a:extLst>
          </p:cNvPr>
          <p:cNvSpPr txBox="1"/>
          <p:nvPr/>
        </p:nvSpPr>
        <p:spPr>
          <a:xfrm>
            <a:off x="0" y="0"/>
            <a:ext cx="6103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Opportunities to Learn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3477D1-AB65-44E9-0E6F-0306AE115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277004"/>
            <a:ext cx="11292840" cy="158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33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5B6D324E-2D03-4162-AF1E-D5E32234E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65BB18-12A5-218E-438C-24EDDD855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4" y="645106"/>
            <a:ext cx="4534047" cy="142253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/>
              <a:t>Advanced Programming</a:t>
            </a:r>
          </a:p>
        </p:txBody>
      </p:sp>
      <p:pic>
        <p:nvPicPr>
          <p:cNvPr id="2050" name="Picture 2" descr="GeniSys® 7565 120V Advanced Oil Burner Control | Beckett Corporation">
            <a:extLst>
              <a:ext uri="{FF2B5EF4-FFF2-40B4-BE49-F238E27FC236}">
                <a16:creationId xmlns:a16="http://schemas.microsoft.com/office/drawing/2014/main" id="{2AB106A8-7B71-EDB5-D7B2-10D7B1BB0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" r="1319" b="3"/>
          <a:stretch>
            <a:fillRect/>
          </a:stretch>
        </p:blipFill>
        <p:spPr bwMode="auto">
          <a:xfrm>
            <a:off x="643192" y="645106"/>
            <a:ext cx="5451627" cy="5535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92A77-7AE9-F189-0DD8-32615735C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3" y="2455332"/>
            <a:ext cx="4572002" cy="372480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Deepened my understanding of coding languages like C and python</a:t>
            </a:r>
          </a:p>
          <a:p>
            <a:r>
              <a:rPr lang="en-US" dirty="0"/>
              <a:t>Learned how to write unit tests to verify code is working correctly</a:t>
            </a:r>
          </a:p>
          <a:p>
            <a:r>
              <a:rPr lang="en-US" dirty="0"/>
              <a:t>Learned how to read technical reports and documentation</a:t>
            </a:r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21F99-E2F7-BE11-D1E5-B0DDAEF1EF1C}"/>
              </a:ext>
            </a:extLst>
          </p:cNvPr>
          <p:cNvSpPr txBox="1"/>
          <p:nvPr/>
        </p:nvSpPr>
        <p:spPr>
          <a:xfrm>
            <a:off x="0" y="0"/>
            <a:ext cx="61036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Opportunities to Learn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891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5B6D324E-2D03-4162-AF1E-D5E32234E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77094C-0811-D4D9-F2D4-6DAFD9A64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4" y="645106"/>
            <a:ext cx="4534047" cy="142253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/>
              <a:t>Benefits to working at R.W. Beckett</a:t>
            </a:r>
          </a:p>
        </p:txBody>
      </p:sp>
      <p:pic>
        <p:nvPicPr>
          <p:cNvPr id="4" name="Picture 3" descr="Microcontrollers: The Heart of Embedded Systems - Hyphen Deux">
            <a:extLst>
              <a:ext uri="{FF2B5EF4-FFF2-40B4-BE49-F238E27FC236}">
                <a16:creationId xmlns:a16="http://schemas.microsoft.com/office/drawing/2014/main" id="{54BBA822-730E-6129-3321-234EA06ADB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319" r="19935" b="-2"/>
          <a:stretch>
            <a:fillRect/>
          </a:stretch>
        </p:blipFill>
        <p:spPr>
          <a:xfrm>
            <a:off x="643192" y="645106"/>
            <a:ext cx="5451627" cy="553503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FB371-7F76-10BE-9D30-1FD8C4C1F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0463" y="2455332"/>
            <a:ext cx="4572002" cy="3724805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>
              <a:buFontTx/>
              <a:buChar char="-"/>
            </a:pPr>
            <a:r>
              <a:rPr lang="en-US" dirty="0"/>
              <a:t>The job is exactly what I want to be doing as a Career</a:t>
            </a:r>
          </a:p>
          <a:p>
            <a:pPr marL="285750">
              <a:buFontTx/>
              <a:buChar char="-"/>
            </a:pPr>
            <a:r>
              <a:rPr lang="en-US" dirty="0"/>
              <a:t>Each person here is supportive and always willing to help</a:t>
            </a:r>
          </a:p>
          <a:p>
            <a:pPr marL="285750">
              <a:buFontTx/>
              <a:buChar char="-"/>
            </a:pPr>
            <a:r>
              <a:rPr lang="en-US" dirty="0"/>
              <a:t>Given the opportunity to learn a lot from projects</a:t>
            </a:r>
          </a:p>
          <a:p>
            <a:pPr marL="285750">
              <a:buFontTx/>
              <a:buChar char="-"/>
            </a:pPr>
            <a:r>
              <a:rPr lang="en-US" dirty="0"/>
              <a:t>Honorable mention, The gym</a:t>
            </a:r>
          </a:p>
        </p:txBody>
      </p:sp>
    </p:spTree>
    <p:extLst>
      <p:ext uri="{BB962C8B-B14F-4D97-AF65-F5344CB8AC3E}">
        <p14:creationId xmlns:p14="http://schemas.microsoft.com/office/powerpoint/2010/main" val="2706017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ectangle 2086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D57632-A173-7217-CCDB-4323BE93E273}"/>
              </a:ext>
            </a:extLst>
          </p:cNvPr>
          <p:cNvSpPr txBox="1"/>
          <p:nvPr/>
        </p:nvSpPr>
        <p:spPr>
          <a:xfrm>
            <a:off x="643831" y="640080"/>
            <a:ext cx="3690425" cy="136334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spc="-50" dirty="0">
                <a:latin typeface="+mj-lt"/>
                <a:ea typeface="+mj-ea"/>
                <a:cs typeface="+mj-cs"/>
              </a:rPr>
              <a:t>Drawbacks to working at R.W. Beckett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0B280-7D84-E362-B1D8-62EA8B945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831" y="2325157"/>
            <a:ext cx="3690425" cy="385497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There was downtime between some project</a:t>
            </a:r>
            <a:endParaRPr lang="en-US" sz="1600" dirty="0"/>
          </a:p>
        </p:txBody>
      </p:sp>
      <p:pic>
        <p:nvPicPr>
          <p:cNvPr id="4" name="Picture 10" descr="Products | Beckett Corporation">
            <a:extLst>
              <a:ext uri="{FF2B5EF4-FFF2-40B4-BE49-F238E27FC236}">
                <a16:creationId xmlns:a16="http://schemas.microsoft.com/office/drawing/2014/main" id="{3C2F9265-6A37-1800-AC8C-50515AC99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2518465"/>
            <a:ext cx="6155736" cy="1831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9718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C417FB2-06A4-4289-3A3F-39513F258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3626" y="2370650"/>
            <a:ext cx="9195112" cy="366465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/>
              <a:t>Yes and No!</a:t>
            </a:r>
          </a:p>
          <a:p>
            <a:r>
              <a:rPr lang="en-US" dirty="0"/>
              <a:t>Courses taught me the basics of coding, but Beckett goes far beyond that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BBF88-9199-0044-E53D-08B90B701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626" y="667965"/>
            <a:ext cx="4480560" cy="167431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000" spc="-5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Has my education prepared me well?</a:t>
            </a:r>
          </a:p>
          <a:p>
            <a:endParaRPr lang="en-US" dirty="0"/>
          </a:p>
        </p:txBody>
      </p:sp>
      <p:pic>
        <p:nvPicPr>
          <p:cNvPr id="13" name="Picture 8" descr="The Ohio State University College of Engineering Launches First Coding Boot  Camp in Partnership with 2U, Inc.">
            <a:extLst>
              <a:ext uri="{FF2B5EF4-FFF2-40B4-BE49-F238E27FC236}">
                <a16:creationId xmlns:a16="http://schemas.microsoft.com/office/drawing/2014/main" id="{0FFF8195-8DFD-4A98-2A64-B4F2609681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4044"/>
          <a:stretch>
            <a:fillRect/>
          </a:stretch>
        </p:blipFill>
        <p:spPr bwMode="auto">
          <a:xfrm>
            <a:off x="933626" y="4202975"/>
            <a:ext cx="7123800" cy="1987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51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78460-3F24-C3AD-B1A6-BD15E33FC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Knowledge I’m Taking with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0914C-C39A-1755-377D-F4EC8B812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933575"/>
            <a:ext cx="8595360" cy="4351337"/>
          </a:xfrm>
        </p:spPr>
        <p:txBody>
          <a:bodyPr/>
          <a:lstStyle/>
          <a:p>
            <a:r>
              <a:rPr lang="en-US" sz="2800" dirty="0"/>
              <a:t>To School</a:t>
            </a:r>
          </a:p>
          <a:p>
            <a:pPr lvl="1">
              <a:lnSpc>
                <a:spcPct val="125000"/>
              </a:lnSpc>
              <a:buFontTx/>
              <a:buChar char="-"/>
            </a:pPr>
            <a:r>
              <a:rPr lang="en-US" sz="2000" dirty="0"/>
              <a:t>A better understanding of what I like to do and how to get there</a:t>
            </a:r>
          </a:p>
          <a:p>
            <a:pPr lvl="1">
              <a:lnSpc>
                <a:spcPct val="125000"/>
              </a:lnSpc>
              <a:buFontTx/>
              <a:buChar char="-"/>
            </a:pPr>
            <a:r>
              <a:rPr lang="en-US" sz="2000" dirty="0"/>
              <a:t>How to work on personal projects using the skills I’ve obtained</a:t>
            </a:r>
          </a:p>
          <a:p>
            <a:pPr lvl="1">
              <a:lnSpc>
                <a:spcPct val="125000"/>
              </a:lnSpc>
              <a:buFontTx/>
              <a:buChar char="-"/>
            </a:pPr>
            <a:endParaRPr lang="en-US" dirty="0"/>
          </a:p>
          <a:p>
            <a:r>
              <a:rPr lang="en-US" sz="2800" dirty="0"/>
              <a:t>To my Career</a:t>
            </a:r>
          </a:p>
          <a:p>
            <a:pPr lvl="1">
              <a:lnSpc>
                <a:spcPct val="125000"/>
              </a:lnSpc>
              <a:buFontTx/>
              <a:buChar char="-"/>
            </a:pPr>
            <a:r>
              <a:rPr lang="en-US" sz="2000" dirty="0"/>
              <a:t>What to look for in my future career, both professionally and socially</a:t>
            </a:r>
          </a:p>
          <a:p>
            <a:pPr lvl="1">
              <a:lnSpc>
                <a:spcPct val="125000"/>
              </a:lnSpc>
              <a:buFontTx/>
              <a:buChar char="-"/>
            </a:pPr>
            <a:r>
              <a:rPr lang="en-US" sz="2000" dirty="0"/>
              <a:t>What it looks like to be at a good company that works together on issues</a:t>
            </a:r>
          </a:p>
          <a:p>
            <a:pPr lvl="1">
              <a:buFontTx/>
              <a:buChar char="-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405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6" name="Rectangle 3105">
            <a:extLst>
              <a:ext uri="{FF2B5EF4-FFF2-40B4-BE49-F238E27FC236}">
                <a16:creationId xmlns:a16="http://schemas.microsoft.com/office/drawing/2014/main" id="{6FA0A1AD-DEE2-4598-8D3B-C1F65F315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CAD7D66-E34C-79C2-7305-78A78C93953A}"/>
              </a:ext>
            </a:extLst>
          </p:cNvPr>
          <p:cNvSpPr txBox="1">
            <a:spLocks/>
          </p:cNvSpPr>
          <p:nvPr/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4100"/>
              <a:t>Advice For Upcoming </a:t>
            </a:r>
          </a:p>
          <a:p>
            <a:pPr>
              <a:spcAft>
                <a:spcPts val="600"/>
              </a:spcAft>
            </a:pPr>
            <a:r>
              <a:rPr lang="en-US" sz="4100"/>
              <a:t>Co-Ops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2A50F27-7364-ADCE-308F-6142C1C30AA7}"/>
              </a:ext>
            </a:extLst>
          </p:cNvPr>
          <p:cNvSpPr txBox="1">
            <a:spLocks/>
          </p:cNvSpPr>
          <p:nvPr/>
        </p:nvSpPr>
        <p:spPr>
          <a:xfrm>
            <a:off x="1261872" y="2015636"/>
            <a:ext cx="5852160" cy="42465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Don’t Worry, everyone wants to help</a:t>
            </a:r>
          </a:p>
          <a:p>
            <a:pPr marL="0">
              <a:buNone/>
            </a:pPr>
            <a:endParaRPr lang="en-US" dirty="0"/>
          </a:p>
          <a:p>
            <a:r>
              <a:rPr lang="en-US" dirty="0"/>
              <a:t>No one is going to give you work that you can’t handle, even if you must learn more to complete it</a:t>
            </a:r>
          </a:p>
          <a:p>
            <a:endParaRPr lang="en-US" dirty="0"/>
          </a:p>
          <a:p>
            <a:r>
              <a:rPr lang="en-US" dirty="0"/>
              <a:t>Don’t fear asking for help even when you think its stupid</a:t>
            </a:r>
          </a:p>
          <a:p>
            <a:endParaRPr lang="en-US" dirty="0"/>
          </a:p>
          <a:p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3103" name="Graphic 3102" descr="Education">
            <a:extLst>
              <a:ext uri="{FF2B5EF4-FFF2-40B4-BE49-F238E27FC236}">
                <a16:creationId xmlns:a16="http://schemas.microsoft.com/office/drawing/2014/main" id="{DEC94ADA-B305-6C4E-BEBE-DF99171064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8664" y="2101200"/>
            <a:ext cx="3304622" cy="330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472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AC6C-BB89-5095-3CB4-D9A36B58F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8C05C3-AF09-B73B-D07B-62EDD86E1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Rick Nigro</a:t>
            </a:r>
          </a:p>
          <a:p>
            <a:r>
              <a:rPr lang="en-US" dirty="0"/>
              <a:t>Matthew Sessions </a:t>
            </a:r>
          </a:p>
          <a:p>
            <a:r>
              <a:rPr lang="en-US" dirty="0"/>
              <a:t>Justin Feldmann</a:t>
            </a:r>
          </a:p>
          <a:p>
            <a:r>
              <a:rPr lang="en-US" dirty="0"/>
              <a:t>And to all the Beckett staff</a:t>
            </a:r>
          </a:p>
        </p:txBody>
      </p:sp>
    </p:spTree>
    <p:extLst>
      <p:ext uri="{BB962C8B-B14F-4D97-AF65-F5344CB8AC3E}">
        <p14:creationId xmlns:p14="http://schemas.microsoft.com/office/powerpoint/2010/main" val="222872484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3270</TotalTime>
  <Words>328</Words>
  <Application>Microsoft Office PowerPoint</Application>
  <PresentationFormat>Widescreen</PresentationFormat>
  <Paragraphs>57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Century Schoolbook</vt:lpstr>
      <vt:lpstr>Wingdings 2</vt:lpstr>
      <vt:lpstr>View</vt:lpstr>
      <vt:lpstr>Co-Op Presentation</vt:lpstr>
      <vt:lpstr>Software Engineering</vt:lpstr>
      <vt:lpstr>Testing</vt:lpstr>
      <vt:lpstr>Advanced Programming</vt:lpstr>
      <vt:lpstr>Benefits to working at R.W. Beckett</vt:lpstr>
      <vt:lpstr>PowerPoint Presentation</vt:lpstr>
      <vt:lpstr>PowerPoint Presentation</vt:lpstr>
      <vt:lpstr>Knowledge I’m Taking with Me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Swartz, Luke</dc:creator>
  <cp:lastModifiedBy>Swartz, Luke</cp:lastModifiedBy>
  <cp:revision>11</cp:revision>
  <dcterms:created xsi:type="dcterms:W3CDTF">2025-07-29T13:26:01Z</dcterms:created>
  <dcterms:modified xsi:type="dcterms:W3CDTF">2026-08-14T17:49:03Z</dcterms:modified>
</cp:coreProperties>
</file>