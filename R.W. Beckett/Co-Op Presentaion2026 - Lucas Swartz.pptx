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2"/>
  </p:notesMasterIdLst>
  <p:sldIdLst>
    <p:sldId id="256" r:id="rId2"/>
    <p:sldId id="267" r:id="rId3"/>
    <p:sldId id="269" r:id="rId4"/>
    <p:sldId id="270" r:id="rId5"/>
    <p:sldId id="258" r:id="rId6"/>
    <p:sldId id="259" r:id="rId7"/>
    <p:sldId id="262" r:id="rId8"/>
    <p:sldId id="263" r:id="rId9"/>
    <p:sldId id="264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C8228-B8E0-45AA-816D-C675EE9E57F2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462B8-6364-4AFA-8871-0F2B77D7E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64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462B8-6364-4AFA-8871-0F2B77D7E0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26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details about the routine timing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462B8-6364-4AFA-8871-0F2B77D7E0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52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462B8-6364-4AFA-8871-0F2B77D7E0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7A9C-305C-C6CA-BC05-CE5C35B34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Co-Op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DF6C2-499E-71C2-6F19-9DC901F633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R.W. Beckett</a:t>
            </a:r>
          </a:p>
          <a:p>
            <a:r>
              <a:rPr lang="en-US" sz="2000" dirty="0"/>
              <a:t> Lucas Swartz</a:t>
            </a:r>
          </a:p>
        </p:txBody>
      </p:sp>
    </p:spTree>
    <p:extLst>
      <p:ext uri="{BB962C8B-B14F-4D97-AF65-F5344CB8AC3E}">
        <p14:creationId xmlns:p14="http://schemas.microsoft.com/office/powerpoint/2010/main" val="2303660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1048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DCE08-90DD-2FCE-31D8-782DA738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847AC-DE0B-AE42-5D07-4578E18ED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5852160" cy="4246562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  <a:p>
            <a:pPr lvl="0"/>
            <a:r>
              <a:rPr lang="en-US" dirty="0"/>
              <a:t>Gained deeper day-to-day experience as a software engineer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Saw how work gets divided across the team and issues tracked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What it means to work on a professional team</a:t>
            </a:r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7FCCD7C4-C242-9360-A439-DA2B83D27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98664" y="2101200"/>
            <a:ext cx="3304622" cy="330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DC17F5-DA64-547A-576A-D1A1A08D8DC8}"/>
              </a:ext>
            </a:extLst>
          </p:cNvPr>
          <p:cNvSpPr txBox="1"/>
          <p:nvPr/>
        </p:nvSpPr>
        <p:spPr>
          <a:xfrm>
            <a:off x="0" y="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2"/>
                </a:solidFill>
              </a:rPr>
              <a:t>Opportunities to Learn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6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44C5F8A-F34F-401A-A9CA-A9F426356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F461F-9904-127A-EA04-06C94BEFB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625" y="123126"/>
            <a:ext cx="5842918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Testing</a:t>
            </a:r>
          </a:p>
        </p:txBody>
      </p:sp>
      <p:pic>
        <p:nvPicPr>
          <p:cNvPr id="2050" name="Picture 2" descr="TBS1000C 2 Channel Digital Storage Oscilloscope | Tektronix">
            <a:extLst>
              <a:ext uri="{FF2B5EF4-FFF2-40B4-BE49-F238E27FC236}">
                <a16:creationId xmlns:a16="http://schemas.microsoft.com/office/drawing/2014/main" id="{79FEBB7E-C780-8B1A-E093-61A8F19BF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724" y="1448688"/>
            <a:ext cx="4019312" cy="245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F626-9D56-9610-56B6-9C4F601EA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625" y="1784599"/>
            <a:ext cx="5860811" cy="29794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Learned how to verify issues through hands-on debugging and testing</a:t>
            </a:r>
          </a:p>
          <a:p>
            <a:r>
              <a:rPr lang="en-US" dirty="0"/>
              <a:t>Built confidence using tools like oscilloscopes and multimeters</a:t>
            </a:r>
          </a:p>
          <a:p>
            <a:r>
              <a:rPr lang="en-US" dirty="0"/>
              <a:t>Learned how to run long experiments and write clear test reports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632AE7B-9F64-4DA0-908C-FF0274747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28698-F9AB-D3D1-59DA-6E7B3A91C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77005"/>
            <a:ext cx="11292840" cy="1580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6F8913-A579-522F-D00E-2452BEC1BC28}"/>
              </a:ext>
            </a:extLst>
          </p:cNvPr>
          <p:cNvSpPr txBox="1"/>
          <p:nvPr/>
        </p:nvSpPr>
        <p:spPr>
          <a:xfrm>
            <a:off x="0" y="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Opportunities to Learn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3477D1-AB65-44E9-0E6F-0306AE115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77004"/>
            <a:ext cx="11292840" cy="158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3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B6D324E-2D03-4162-AF1E-D5E32234E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5BB18-12A5-218E-438C-24EDDD85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645106"/>
            <a:ext cx="4534047" cy="14225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Advanced Programming</a:t>
            </a:r>
          </a:p>
        </p:txBody>
      </p:sp>
      <p:pic>
        <p:nvPicPr>
          <p:cNvPr id="2050" name="Picture 2" descr="GeniSys® 7565 120V Advanced Oil Burner Control | Beckett Corporation">
            <a:extLst>
              <a:ext uri="{FF2B5EF4-FFF2-40B4-BE49-F238E27FC236}">
                <a16:creationId xmlns:a16="http://schemas.microsoft.com/office/drawing/2014/main" id="{2AB106A8-7B71-EDB5-D7B2-10D7B1BB0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" r="1319" b="3"/>
          <a:stretch>
            <a:fillRect/>
          </a:stretch>
        </p:blipFill>
        <p:spPr bwMode="auto">
          <a:xfrm>
            <a:off x="643192" y="645106"/>
            <a:ext cx="5451627" cy="553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92A77-7AE9-F189-0DD8-32615735C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2455332"/>
            <a:ext cx="4572002" cy="3724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Deepened my understanding of coding languages like C and python</a:t>
            </a:r>
          </a:p>
          <a:p>
            <a:r>
              <a:rPr lang="en-US" dirty="0"/>
              <a:t>Learned how to write unit tests to verify code is working correctly</a:t>
            </a:r>
          </a:p>
          <a:p>
            <a:r>
              <a:rPr lang="en-US" dirty="0"/>
              <a:t>Learned communication protocols used to send data between devices</a:t>
            </a:r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21F99-E2F7-BE11-D1E5-B0DDAEF1EF1C}"/>
              </a:ext>
            </a:extLst>
          </p:cNvPr>
          <p:cNvSpPr txBox="1"/>
          <p:nvPr/>
        </p:nvSpPr>
        <p:spPr>
          <a:xfrm>
            <a:off x="0" y="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Opportunities to Learn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91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5B6D324E-2D03-4162-AF1E-D5E32234E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7094C-0811-D4D9-F2D4-6DAFD9A64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645106"/>
            <a:ext cx="4534047" cy="14225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Benefits to working at R.W. Beckett</a:t>
            </a:r>
          </a:p>
        </p:txBody>
      </p:sp>
      <p:pic>
        <p:nvPicPr>
          <p:cNvPr id="4" name="Picture 3" descr="Microcontrollers: The Heart of Embedded Systems - Hyphen Deux">
            <a:extLst>
              <a:ext uri="{FF2B5EF4-FFF2-40B4-BE49-F238E27FC236}">
                <a16:creationId xmlns:a16="http://schemas.microsoft.com/office/drawing/2014/main" id="{54BBA822-730E-6129-3321-234EA06ADB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19" r="19935" b="-2"/>
          <a:stretch>
            <a:fillRect/>
          </a:stretch>
        </p:blipFill>
        <p:spPr>
          <a:xfrm>
            <a:off x="643192" y="645106"/>
            <a:ext cx="5451627" cy="55350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B371-7F76-10BE-9D30-1FD8C4C1F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2455332"/>
            <a:ext cx="4572002" cy="372480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>
              <a:buFontTx/>
              <a:buChar char="-"/>
            </a:pPr>
            <a:r>
              <a:rPr lang="en-US" dirty="0"/>
              <a:t>The job is exactly what I want to be doing as a Carrer</a:t>
            </a:r>
          </a:p>
          <a:p>
            <a:pPr marL="285750">
              <a:buFontTx/>
              <a:buChar char="-"/>
            </a:pPr>
            <a:r>
              <a:rPr lang="en-US" dirty="0"/>
              <a:t>Each person here is supportive and always willing to help</a:t>
            </a:r>
          </a:p>
          <a:p>
            <a:pPr marL="285750">
              <a:buFontTx/>
              <a:buChar char="-"/>
            </a:pPr>
            <a:r>
              <a:rPr lang="en-US" dirty="0"/>
              <a:t>Given the opportunity to learn a lot from projects</a:t>
            </a:r>
          </a:p>
        </p:txBody>
      </p:sp>
    </p:spTree>
    <p:extLst>
      <p:ext uri="{BB962C8B-B14F-4D97-AF65-F5344CB8AC3E}">
        <p14:creationId xmlns:p14="http://schemas.microsoft.com/office/powerpoint/2010/main" val="270601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Rectangle 2086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D57632-A173-7217-CCDB-4323BE93E273}"/>
              </a:ext>
            </a:extLst>
          </p:cNvPr>
          <p:cNvSpPr txBox="1"/>
          <p:nvPr/>
        </p:nvSpPr>
        <p:spPr>
          <a:xfrm>
            <a:off x="643831" y="640080"/>
            <a:ext cx="3690425" cy="13633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spc="-50" dirty="0">
                <a:latin typeface="+mj-lt"/>
                <a:ea typeface="+mj-ea"/>
                <a:cs typeface="+mj-cs"/>
              </a:rPr>
              <a:t>Drawbacks to working at R.W. Beckett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0B280-7D84-E362-B1D8-62EA8B945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31" y="2325157"/>
            <a:ext cx="3690425" cy="385497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was downtime between some project</a:t>
            </a:r>
            <a:endParaRPr lang="en-US" sz="1600" dirty="0"/>
          </a:p>
        </p:txBody>
      </p:sp>
      <p:pic>
        <p:nvPicPr>
          <p:cNvPr id="4" name="Picture 10" descr="Products | Beckett Corporation">
            <a:extLst>
              <a:ext uri="{FF2B5EF4-FFF2-40B4-BE49-F238E27FC236}">
                <a16:creationId xmlns:a16="http://schemas.microsoft.com/office/drawing/2014/main" id="{3C2F9265-6A37-1800-AC8C-50515AC99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2518465"/>
            <a:ext cx="6155736" cy="183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71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C417FB2-06A4-4289-3A3F-39513F258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3626" y="2370650"/>
            <a:ext cx="9195112" cy="36646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Yes and No!</a:t>
            </a:r>
          </a:p>
          <a:p>
            <a:r>
              <a:rPr lang="en-US" dirty="0"/>
              <a:t>Courses taught me the basics of coding, but Beckett goes far beyond that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4BBF88-9199-0044-E53D-08B90B701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626" y="667965"/>
            <a:ext cx="4480560" cy="167431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Has my education prepared me well?</a:t>
            </a:r>
          </a:p>
          <a:p>
            <a:endParaRPr lang="en-US" dirty="0"/>
          </a:p>
        </p:txBody>
      </p:sp>
      <p:pic>
        <p:nvPicPr>
          <p:cNvPr id="13" name="Picture 8" descr="The Ohio State University College of Engineering Launches First Coding Boot  Camp in Partnership with 2U, Inc.">
            <a:extLst>
              <a:ext uri="{FF2B5EF4-FFF2-40B4-BE49-F238E27FC236}">
                <a16:creationId xmlns:a16="http://schemas.microsoft.com/office/drawing/2014/main" id="{0FFF8195-8DFD-4A98-2A64-B4F260968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5" b="24044"/>
          <a:stretch>
            <a:fillRect/>
          </a:stretch>
        </p:blipFill>
        <p:spPr bwMode="auto">
          <a:xfrm>
            <a:off x="933626" y="4202975"/>
            <a:ext cx="7123800" cy="1987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5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8460-3F24-C3AD-B1A6-BD15E33F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I’m Taking with 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0914C-C39A-1755-377D-F4EC8B812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School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What work I need to do to reach my goals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How to work on personal projects using the skills I’ve obtained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A stronger foundation on the inner workings of various codebases</a:t>
            </a:r>
            <a:endParaRPr lang="en-US" dirty="0"/>
          </a:p>
          <a:p>
            <a:r>
              <a:rPr lang="en-US" sz="2800" dirty="0"/>
              <a:t>To my Career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What to look for in my future career, both professionally and socially</a:t>
            </a:r>
          </a:p>
          <a:p>
            <a:pPr lvl="1">
              <a:lnSpc>
                <a:spcPct val="125000"/>
              </a:lnSpc>
              <a:buFontTx/>
              <a:buChar char="-"/>
            </a:pPr>
            <a:r>
              <a:rPr lang="en-US" sz="2000" dirty="0"/>
              <a:t>What it looks like to be at a good company that works together on issues</a:t>
            </a:r>
          </a:p>
          <a:p>
            <a:pPr lvl="1">
              <a:buFontTx/>
              <a:buChar char="-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440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Rectangle 3105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AD7D66-E34C-79C2-7305-78A78C93953A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100"/>
              <a:t>Advice For Upcoming </a:t>
            </a:r>
          </a:p>
          <a:p>
            <a:pPr>
              <a:spcAft>
                <a:spcPts val="600"/>
              </a:spcAft>
            </a:pPr>
            <a:r>
              <a:rPr lang="en-US" sz="4100"/>
              <a:t>Co-Ops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A50F27-7364-ADCE-308F-6142C1C30AA7}"/>
              </a:ext>
            </a:extLst>
          </p:cNvPr>
          <p:cNvSpPr txBox="1">
            <a:spLocks/>
          </p:cNvSpPr>
          <p:nvPr/>
        </p:nvSpPr>
        <p:spPr>
          <a:xfrm>
            <a:off x="1261872" y="2015636"/>
            <a:ext cx="5852160" cy="4246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Don’t Worry, everyone wants to help</a:t>
            </a:r>
          </a:p>
          <a:p>
            <a:pPr marL="0">
              <a:buNone/>
            </a:pPr>
            <a:endParaRPr lang="en-US" dirty="0"/>
          </a:p>
          <a:p>
            <a:r>
              <a:rPr lang="en-US" dirty="0"/>
              <a:t>No one is going to give you work that you can’t handle, even if you must learn more to complete it</a:t>
            </a:r>
          </a:p>
          <a:p>
            <a:endParaRPr lang="en-US" dirty="0"/>
          </a:p>
          <a:p>
            <a:r>
              <a:rPr lang="en-US" dirty="0"/>
              <a:t>Don’t fear asking for help even when you think its stupid</a:t>
            </a:r>
          </a:p>
          <a:p>
            <a:endParaRPr lang="en-US" dirty="0"/>
          </a:p>
          <a:p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3103" name="Graphic 3102" descr="Education">
            <a:extLst>
              <a:ext uri="{FF2B5EF4-FFF2-40B4-BE49-F238E27FC236}">
                <a16:creationId xmlns:a16="http://schemas.microsoft.com/office/drawing/2014/main" id="{DEC94ADA-B305-6C4E-BEBE-DF9917106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8664" y="2101200"/>
            <a:ext cx="3304622" cy="33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72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AC6C-BB89-5095-3CB4-D9A36B58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C05C3-AF09-B73B-D07B-62EDD86E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Rick Nigro</a:t>
            </a:r>
          </a:p>
          <a:p>
            <a:r>
              <a:rPr lang="en-US" dirty="0"/>
              <a:t>Matthew Sessions </a:t>
            </a:r>
          </a:p>
          <a:p>
            <a:r>
              <a:rPr lang="en-US" dirty="0"/>
              <a:t>Justin Feldmann</a:t>
            </a:r>
          </a:p>
          <a:p>
            <a:r>
              <a:rPr lang="en-US" dirty="0"/>
              <a:t>And to all the Beckett staff</a:t>
            </a:r>
          </a:p>
        </p:txBody>
      </p:sp>
    </p:spTree>
    <p:extLst>
      <p:ext uri="{BB962C8B-B14F-4D97-AF65-F5344CB8AC3E}">
        <p14:creationId xmlns:p14="http://schemas.microsoft.com/office/powerpoint/2010/main" val="222872484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2992</TotalTime>
  <Words>330</Words>
  <Application>Microsoft Office PowerPoint</Application>
  <PresentationFormat>Widescreen</PresentationFormat>
  <Paragraphs>56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Schoolbook</vt:lpstr>
      <vt:lpstr>Wingdings 2</vt:lpstr>
      <vt:lpstr>View</vt:lpstr>
      <vt:lpstr>Co-Op Presentation</vt:lpstr>
      <vt:lpstr>Software Engineering</vt:lpstr>
      <vt:lpstr>Testing</vt:lpstr>
      <vt:lpstr>Advanced Programming</vt:lpstr>
      <vt:lpstr>Benefits to working at R.W. Beckett</vt:lpstr>
      <vt:lpstr>PowerPoint Presentation</vt:lpstr>
      <vt:lpstr>PowerPoint Presentation</vt:lpstr>
      <vt:lpstr>Knowledge I’m Taking with Me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Swartz, Luke</dc:creator>
  <cp:lastModifiedBy>Swartz, Luke</cp:lastModifiedBy>
  <cp:revision>9</cp:revision>
  <dcterms:created xsi:type="dcterms:W3CDTF">2025-07-29T13:26:01Z</dcterms:created>
  <dcterms:modified xsi:type="dcterms:W3CDTF">2026-08-14T13:02:56Z</dcterms:modified>
</cp:coreProperties>
</file>